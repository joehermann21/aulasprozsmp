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FE412-C099-73E4-D62C-F312DD623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B763DB-D707-258F-1DCC-C2DA347C4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BF4C5A-426A-7ED0-DC76-E02BC3CF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63DBFE-1A03-7F59-3A1E-98A3D291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10E029-72F7-AB59-D3A5-A7CAC059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45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48260-124D-FE28-DE94-A512F457D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C5D29-C80A-A4A4-4464-B6C9FE4C0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4EDA8C-4948-DBBC-CDA3-5A2860AB9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CA0DBD-0B96-0ABE-DB73-FD12B727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143ACB-9978-C658-7C4C-7EF52E64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82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E3EF2-C3DA-E636-0A5A-605FF32D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287F5C-AB26-8859-9528-4737FC2B6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A9FCE-1666-DE41-C2D0-5D3BB402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F1D93D-B034-3EB5-50CB-0831397F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990B14-6CAD-8019-BCBD-A5A83BDC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9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5DFEF-EEE6-12B8-D83C-2CAD2BF4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27DAA1-29B8-2217-F9D2-51A65A5CE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D7A2B1-CAF8-AE3D-B247-E22E6A0E6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920351-18FC-846C-E950-D8F0739D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EEE3F9-6E45-4EAF-56D1-B151B1DF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B7981-F780-BB35-33AD-E7553A5F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89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BC75A-140E-E3A5-55A5-70E9EA17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840D03-9D84-8D00-5CB1-979C7A670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BEF43F-73CA-C051-97E6-CBEF50E3A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4FFEA5-47EC-9198-9988-7D183EE0B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D5B3CE-ACDE-1C52-9AF3-50A1ABD66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3F2E652-F648-87E0-827E-A1792127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27E72B-FAA5-15F8-3595-D6131626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87CA33-D6BE-9556-C74B-E4E5A24E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03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B3528-3744-882D-69BD-01A04997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F0B580-E77B-CB7A-948B-09954750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C1F97E-DC7A-0EBA-EC2A-C4AB68A7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AE9215-4149-2905-F8E4-9BDF4C95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33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37E499-DC19-DB78-7A87-4A2BDE97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B0EBE7-59FB-740B-1B5A-2844BB51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1C5CF8-13E7-3E05-D840-4771CF77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73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6D505-DCCC-119E-1E56-90E73843D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745F8-E81C-8A8C-9EB0-7B1CFF04E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30E0FF-443B-1640-0922-6891B12AB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5D3FCA-B59A-D0F4-CFBF-F5FDC6D9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9B65AA-6D91-223C-694A-10B320C8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3F5ADF-CBE2-4051-56AD-7BDCE5C28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78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66EEE-4241-66FF-3011-3C68C29F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60AC6F-A36C-BCF8-80F0-761C52326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378CCB-1243-0B69-B1A8-BDE8607BC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464A89-9EB5-CE1C-6715-1F7D7CCC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274486-6651-A479-F05B-70BF7941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6402ED-7279-7C07-5672-F96E4790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63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FB3D3-2F28-F67E-39AC-69E2DF73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903F4B-C3A7-6DE2-91F8-5038C7D01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64313-A88F-035D-90EA-30341BDE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6B858A-C9F7-99E8-D1EA-53C0CBF8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D9379F-E7E8-BB9D-7FE2-778D6F3B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43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66C561-0CF1-5B39-7D55-309FD82B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7F33E7-C002-874F-444D-1E7790D7B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B4E7CD-BAFD-0ACF-6EB7-BC16EA3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CA408-E909-A925-9E5F-CAF52839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C2AF35-66C9-1C18-4DFD-94D333F4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54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FD5E4C-C359-AA8E-F535-91A0BA44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07777F-E794-60C6-3167-81A8345D7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17DAFA-8E47-5857-534D-56D4F9CC2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FC120-36B9-4D0F-8EE8-737ABC4EB9D0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BD7CB8-88CD-FCE5-944C-7644E7761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BD5FDA-24B5-FF56-393F-BF49091D6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E565A-C6DD-4E46-8C06-B6A47FE389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53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jpe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6559-75B0-DD9F-FDDA-95D9D8B8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ágina 8 | Fotos de Fundo preto e vermelho - Baixe fotos grátis de alta  qualidade | Freepik">
            <a:extLst>
              <a:ext uri="{FF2B5EF4-FFF2-40B4-BE49-F238E27FC236}">
                <a16:creationId xmlns:a16="http://schemas.microsoft.com/office/drawing/2014/main" id="{666A19F7-45D9-DEBA-5160-BA3C996F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"/>
            <a:ext cx="12192000" cy="68567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D8BA9DF-8103-52EF-FFD2-57407A48FE3F}"/>
              </a:ext>
            </a:extLst>
          </p:cNvPr>
          <p:cNvSpPr/>
          <p:nvPr/>
        </p:nvSpPr>
        <p:spPr>
          <a:xfrm>
            <a:off x="115" y="2837"/>
            <a:ext cx="12192000" cy="6856825"/>
          </a:xfrm>
          <a:prstGeom prst="rect">
            <a:avLst/>
          </a:prstGeom>
          <a:solidFill>
            <a:schemeClr val="dk1">
              <a:alpha val="8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7233A2-B4B6-C927-167E-A287BA676ABE}"/>
              </a:ext>
            </a:extLst>
          </p:cNvPr>
          <p:cNvSpPr txBox="1"/>
          <p:nvPr/>
        </p:nvSpPr>
        <p:spPr>
          <a:xfrm>
            <a:off x="556180" y="4237316"/>
            <a:ext cx="7748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B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7B26BD-6E17-C988-AED9-9725CC721D7E}"/>
              </a:ext>
            </a:extLst>
          </p:cNvPr>
          <p:cNvSpPr txBox="1"/>
          <p:nvPr/>
        </p:nvSpPr>
        <p:spPr>
          <a:xfrm>
            <a:off x="553954" y="2044453"/>
            <a:ext cx="5304019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ea typeface="+mn-lt"/>
                <a:cs typeface="+mn-lt"/>
              </a:rPr>
              <a:t>Fã-clube Oficial do Flamengo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Paixão, tradição e a </a:t>
            </a:r>
          </a:p>
          <a:p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maior torcida do mundo </a:t>
            </a:r>
          </a:p>
          <a:p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reunida em um só lugar.</a:t>
            </a:r>
            <a:endParaRPr lang="pt-BR" sz="20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28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28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14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m 3" descr="Flamengo, de mais endividado a mais rico do Brasil | ASMETRO-SI">
            <a:extLst>
              <a:ext uri="{FF2B5EF4-FFF2-40B4-BE49-F238E27FC236}">
                <a16:creationId xmlns:a16="http://schemas.microsoft.com/office/drawing/2014/main" id="{CB6110C1-90A4-0F07-DCC2-744330E4C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127" y="2044752"/>
            <a:ext cx="2763500" cy="218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95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ágina 8 | Fotos de Fundo preto e vermelho - Baixe fotos grátis de alta  qualidade | Freepik">
            <a:extLst>
              <a:ext uri="{FF2B5EF4-FFF2-40B4-BE49-F238E27FC236}">
                <a16:creationId xmlns:a16="http://schemas.microsoft.com/office/drawing/2014/main" id="{C7FA6E31-F675-2A8A-C2E6-C49D4D83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"/>
            <a:ext cx="12192000" cy="68567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4D855DC-5C2D-9428-68E9-C8951CF18764}"/>
              </a:ext>
            </a:extLst>
          </p:cNvPr>
          <p:cNvSpPr/>
          <p:nvPr/>
        </p:nvSpPr>
        <p:spPr>
          <a:xfrm>
            <a:off x="1" y="680"/>
            <a:ext cx="12192000" cy="6856484"/>
          </a:xfrm>
          <a:prstGeom prst="rect">
            <a:avLst/>
          </a:prstGeom>
          <a:solidFill>
            <a:schemeClr val="dk1">
              <a:alpha val="8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dirty="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4643C1-2CFB-CEA0-24D3-B6A3A489A98C}"/>
              </a:ext>
            </a:extLst>
          </p:cNvPr>
          <p:cNvSpPr txBox="1"/>
          <p:nvPr/>
        </p:nvSpPr>
        <p:spPr>
          <a:xfrm>
            <a:off x="556180" y="4237316"/>
            <a:ext cx="7748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B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12EB500-683C-1E8C-175B-C5735FD407CD}"/>
              </a:ext>
            </a:extLst>
          </p:cNvPr>
          <p:cNvSpPr txBox="1"/>
          <p:nvPr/>
        </p:nvSpPr>
        <p:spPr>
          <a:xfrm>
            <a:off x="1056919" y="1445868"/>
            <a:ext cx="27432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Nosso fã-clube surgiu da união de dois alunos da </a:t>
            </a:r>
            <a:r>
              <a:rPr lang="pt-BR" dirty="0" err="1">
                <a:solidFill>
                  <a:schemeClr val="bg1"/>
                </a:solidFill>
                <a:ea typeface="+mn-lt"/>
                <a:cs typeface="+mn-lt"/>
              </a:rPr>
              <a:t>proz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 educação que queriam um espaço online para dissertar sobre o Flamengo.</a:t>
            </a: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Hoje, nossa dia é que o site se expanda e </a:t>
            </a:r>
            <a:r>
              <a:rPr lang="pt-BR" dirty="0" err="1">
                <a:solidFill>
                  <a:schemeClr val="bg1"/>
                </a:solidFill>
                <a:ea typeface="+mn-lt"/>
                <a:cs typeface="+mn-lt"/>
              </a:rPr>
              <a:t>atinga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o máximo de rubros negros possíveis, para criar uma comunidade saudável e apaixonada.</a:t>
            </a:r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EA26AD-4222-7570-4D98-ED63F0BDBCEB}"/>
              </a:ext>
            </a:extLst>
          </p:cNvPr>
          <p:cNvSpPr txBox="1"/>
          <p:nvPr/>
        </p:nvSpPr>
        <p:spPr>
          <a:xfrm>
            <a:off x="1059872" y="606647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História do Fã Clube</a:t>
            </a:r>
            <a:endParaRPr lang="pt-BR" sz="24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Imagem 2" descr="Flamengo amplia vantagem e tem maior torcida do país | Rádio Manchete Rio">
            <a:extLst>
              <a:ext uri="{FF2B5EF4-FFF2-40B4-BE49-F238E27FC236}">
                <a16:creationId xmlns:a16="http://schemas.microsoft.com/office/drawing/2014/main" id="{1A5E45F8-E979-032D-0127-6AB766761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074" y="3501736"/>
            <a:ext cx="2611582" cy="1579419"/>
          </a:xfrm>
          <a:prstGeom prst="rect">
            <a:avLst/>
          </a:prstGeom>
        </p:spPr>
      </p:pic>
      <p:pic>
        <p:nvPicPr>
          <p:cNvPr id="5" name="Imagem 4" descr="Flamengo tem a maior torcida do brasil, segundo pesquisa - SpotBrazil Radio">
            <a:extLst>
              <a:ext uri="{FF2B5EF4-FFF2-40B4-BE49-F238E27FC236}">
                <a16:creationId xmlns:a16="http://schemas.microsoft.com/office/drawing/2014/main" id="{6882A9C6-735A-29FF-0221-499171D4A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073" y="1532660"/>
            <a:ext cx="2611582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7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98E8-664A-BD02-C2D2-86376D92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ágina 8 | Fotos de Fundo preto e vermelho - Baixe fotos grátis de alta  qualidade | Freepik">
            <a:extLst>
              <a:ext uri="{FF2B5EF4-FFF2-40B4-BE49-F238E27FC236}">
                <a16:creationId xmlns:a16="http://schemas.microsoft.com/office/drawing/2014/main" id="{49AB76AA-7CD1-E135-410C-70A8F337A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"/>
            <a:ext cx="12192000" cy="68567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BDFA1A9-CD2F-909E-353F-53CB0EAEED43}"/>
              </a:ext>
            </a:extLst>
          </p:cNvPr>
          <p:cNvSpPr/>
          <p:nvPr/>
        </p:nvSpPr>
        <p:spPr>
          <a:xfrm>
            <a:off x="1" y="680"/>
            <a:ext cx="12192000" cy="6856484"/>
          </a:xfrm>
          <a:prstGeom prst="rect">
            <a:avLst/>
          </a:prstGeom>
          <a:solidFill>
            <a:schemeClr val="dk1">
              <a:alpha val="8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dirty="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F7E51F-D165-95EE-8D0B-D73556325337}"/>
              </a:ext>
            </a:extLst>
          </p:cNvPr>
          <p:cNvSpPr txBox="1"/>
          <p:nvPr/>
        </p:nvSpPr>
        <p:spPr>
          <a:xfrm>
            <a:off x="556180" y="4237316"/>
            <a:ext cx="7748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B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24FEDE-EA63-FBFB-E1E1-7A696E3905F0}"/>
              </a:ext>
            </a:extLst>
          </p:cNvPr>
          <p:cNvSpPr txBox="1"/>
          <p:nvPr/>
        </p:nvSpPr>
        <p:spPr>
          <a:xfrm>
            <a:off x="1059872" y="2103959"/>
            <a:ext cx="27432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Promover a paixão pelo Flamengo e conectar torcedores.</a:t>
            </a:r>
            <a:endParaRPr lang="pt-BR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Ampliar a participação dos fãs em iniciativas e conteúdos do fã clube.</a:t>
            </a: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pt-BR" dirty="0">
              <a:ea typeface="Calibri"/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1AD1376-8387-EB10-BD39-EF9B1FB6342D}"/>
              </a:ext>
            </a:extLst>
          </p:cNvPr>
          <p:cNvSpPr txBox="1"/>
          <p:nvPr/>
        </p:nvSpPr>
        <p:spPr>
          <a:xfrm>
            <a:off x="1059872" y="1070775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b="1" dirty="0">
                <a:solidFill>
                  <a:schemeClr val="bg1"/>
                </a:solidFill>
                <a:ea typeface="Calibri"/>
                <a:cs typeface="Calibri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43700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EBE2-1C8E-FD60-01C3-A0AD3B48B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ágina 8 | Fotos de Fundo preto e vermelho - Baixe fotos grátis de alta  qualidade | Freepik">
            <a:extLst>
              <a:ext uri="{FF2B5EF4-FFF2-40B4-BE49-F238E27FC236}">
                <a16:creationId xmlns:a16="http://schemas.microsoft.com/office/drawing/2014/main" id="{F189F726-EC3D-3D6C-6DA3-8474FBDE2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8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1E6FACB-1706-E771-2230-50F19EF7AA3C}"/>
              </a:ext>
            </a:extLst>
          </p:cNvPr>
          <p:cNvSpPr/>
          <p:nvPr/>
        </p:nvSpPr>
        <p:spPr>
          <a:xfrm>
            <a:off x="0" y="1516"/>
            <a:ext cx="12192000" cy="6856484"/>
          </a:xfrm>
          <a:prstGeom prst="rect">
            <a:avLst/>
          </a:prstGeom>
          <a:solidFill>
            <a:schemeClr val="dk1">
              <a:alpha val="8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dirty="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16875AF-9C0A-A029-682A-A13C835898D4}"/>
              </a:ext>
            </a:extLst>
          </p:cNvPr>
          <p:cNvSpPr txBox="1"/>
          <p:nvPr/>
        </p:nvSpPr>
        <p:spPr>
          <a:xfrm>
            <a:off x="556180" y="4237316"/>
            <a:ext cx="7748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B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7D67C6-9E04-6A25-6C26-0A9CA7F8C10D}"/>
              </a:ext>
            </a:extLst>
          </p:cNvPr>
          <p:cNvSpPr txBox="1"/>
          <p:nvPr/>
        </p:nvSpPr>
        <p:spPr>
          <a:xfrm>
            <a:off x="1056919" y="2138595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Integração de Vídeos do YouTube</a:t>
            </a:r>
            <a:endParaRPr lang="pt-BR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Navegação Interna Inteligente.</a:t>
            </a:r>
          </a:p>
          <a:p>
            <a:endParaRPr lang="pt-BR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pt-BR" dirty="0">
              <a:ea typeface="Calibri"/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827FB7-0321-4CE6-31BA-91FCF7A6C052}"/>
              </a:ext>
            </a:extLst>
          </p:cNvPr>
          <p:cNvSpPr txBox="1"/>
          <p:nvPr/>
        </p:nvSpPr>
        <p:spPr>
          <a:xfrm>
            <a:off x="1059872" y="1070775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ea typeface="Calibri"/>
                <a:cs typeface="Calibri"/>
              </a:rPr>
              <a:t>Tecnologias em Nosso Site</a:t>
            </a:r>
          </a:p>
        </p:txBody>
      </p:sp>
    </p:spTree>
    <p:extLst>
      <p:ext uri="{BB962C8B-B14F-4D97-AF65-F5344CB8AC3E}">
        <p14:creationId xmlns:p14="http://schemas.microsoft.com/office/powerpoint/2010/main" val="2004315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2BAC-F532-4451-7EA4-049B59FF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ágina 8 | Fotos de Fundo preto e vermelho - Baixe fotos grátis de alta  qualidade | Freepik">
            <a:extLst>
              <a:ext uri="{FF2B5EF4-FFF2-40B4-BE49-F238E27FC236}">
                <a16:creationId xmlns:a16="http://schemas.microsoft.com/office/drawing/2014/main" id="{431C0205-4450-EF3A-E5DD-D514805DB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"/>
            <a:ext cx="12192000" cy="68567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9CBE819-310E-79B9-4465-FFE64D633181}"/>
              </a:ext>
            </a:extLst>
          </p:cNvPr>
          <p:cNvSpPr/>
          <p:nvPr/>
        </p:nvSpPr>
        <p:spPr>
          <a:xfrm>
            <a:off x="1" y="680"/>
            <a:ext cx="12192000" cy="6856484"/>
          </a:xfrm>
          <a:prstGeom prst="rect">
            <a:avLst/>
          </a:prstGeom>
          <a:solidFill>
            <a:schemeClr val="dk1">
              <a:alpha val="8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dirty="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429346-2729-E921-6A73-EE6E6F45D121}"/>
              </a:ext>
            </a:extLst>
          </p:cNvPr>
          <p:cNvSpPr txBox="1"/>
          <p:nvPr/>
        </p:nvSpPr>
        <p:spPr>
          <a:xfrm>
            <a:off x="556180" y="4237316"/>
            <a:ext cx="7748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B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CD57363-69FF-BC40-B4F0-E37231050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738" y="0"/>
            <a:ext cx="7054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8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424F-C75C-2D8F-BAD8-1470AD77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ágina 8 | Fotos de Fundo preto e vermelho - Baixe fotos grátis de alta  qualidade | Freepik">
            <a:extLst>
              <a:ext uri="{FF2B5EF4-FFF2-40B4-BE49-F238E27FC236}">
                <a16:creationId xmlns:a16="http://schemas.microsoft.com/office/drawing/2014/main" id="{27BAA93B-E733-AF4C-0159-33EB49F21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"/>
            <a:ext cx="12192000" cy="685676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7A03CDF-20DD-1BDF-B73F-8F5E499566EF}"/>
              </a:ext>
            </a:extLst>
          </p:cNvPr>
          <p:cNvSpPr/>
          <p:nvPr/>
        </p:nvSpPr>
        <p:spPr>
          <a:xfrm>
            <a:off x="1" y="680"/>
            <a:ext cx="12192000" cy="6856484"/>
          </a:xfrm>
          <a:prstGeom prst="rect">
            <a:avLst/>
          </a:prstGeom>
          <a:solidFill>
            <a:schemeClr val="dk1">
              <a:alpha val="8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dirty="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614153-1EB3-A1F5-633A-6B9C9D746F7E}"/>
              </a:ext>
            </a:extLst>
          </p:cNvPr>
          <p:cNvSpPr txBox="1"/>
          <p:nvPr/>
        </p:nvSpPr>
        <p:spPr>
          <a:xfrm>
            <a:off x="556180" y="4237316"/>
            <a:ext cx="7748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B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2" name="Imagem 1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2A0719C9-9E7D-200B-FCC5-E7C56DE9D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662" y="0"/>
            <a:ext cx="641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59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442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Pedro Munhoz</dc:creator>
  <cp:lastModifiedBy>Marcus Alcantara</cp:lastModifiedBy>
  <cp:revision>694</cp:revision>
  <dcterms:created xsi:type="dcterms:W3CDTF">2023-08-27T22:28:14Z</dcterms:created>
  <dcterms:modified xsi:type="dcterms:W3CDTF">2025-12-16T12:04:00Z</dcterms:modified>
</cp:coreProperties>
</file>